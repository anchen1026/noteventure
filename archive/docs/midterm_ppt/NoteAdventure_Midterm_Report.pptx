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F2937"/>
                </a:solidFill>
                <a:latin typeface="Microsoft JhengHei"/>
              </a:rPr>
              <a:t>NoteAdventure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5A52"/>
                </a:solidFill>
                <a:latin typeface="Microsoft JhengHei"/>
              </a:rPr>
              <a:t>音樂練習 RPG 系統 ｜ 期中專題報告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Microsoft JhengHei"/>
              </a:rPr>
              <a:t>從老師難以追蹤練習出發</a:t>
            </a:r>
          </a:p>
          <a:p>
            <a:pPr algn="ctr"/>
            <a:r>
              <a:rPr sz="1800" b="0">
                <a:solidFill>
                  <a:srgbClr val="374151"/>
                </a:solidFill>
                <a:latin typeface="Microsoft JhengHei"/>
              </a:rPr>
              <a:t>用遊戲化激勵上傳，並以實際畫面展示：Console → Streamlit → 學生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報告大綱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1. 開發原點：想解決什麼問題？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2. 解方方向：遊戲化練習與上傳動機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3. 開發演進與實際操作畫面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　　• Console 一小段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　　• Streamlit 老師前端操作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　　• 學生 HTML UI 操作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4. 系統架構與重要功能邏輯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5. 目前成果與下一步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2/16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開發原點：老師的痛點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110642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一對一音樂課裡，老師最常遇到的不是「不會教」，而是：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課與課之間，難以掌握學生有沒有真的練琴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練習成果分散在訊息、檔案、口頭回報，難以追蹤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缺少可持續累積的練習紀錄與回饋迴路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因此專案原點是：讓老師更容易掌握與追蹤學生練習狀況。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解方方向：遊戲化練習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3566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學生端動機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上傳練習錄音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完成任務拿 XP／金幣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寵物成長與商店獎勵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希望學生因為「想上傳」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而增加彈琴次數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老師端價值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建立學生與任務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指派任務並看進度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查看上傳紀錄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管理商店與兌換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把零散練習變成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可追蹤的資料流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80160"/>
            <a:ext cx="35661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核心迴路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指派任務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→ 上傳練習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→ 更新進度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→ 發放獎勵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→ 寵物成長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用獎勵把練習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變成可持續行為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4/16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開發演進：三個階段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①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先把規則與流程寫清楚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確認業務邏輯正確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5661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②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用同一套邏輯接網頁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讓老師能實際操作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35661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37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③ 學生專用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補上溫度與沉浸感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提高學生使用意願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5/16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階段一：Console 操作畫面（一小段）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先用文字選單把流程跑通；以下只裁選單重點，方便看清楚。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主選單</a:t>
            </a:r>
          </a:p>
        </p:txBody>
      </p:sp>
      <p:pic>
        <p:nvPicPr>
          <p:cNvPr id="13" name="Picture 12" descr="c01_consol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31794"/>
            <a:ext cx="3520440" cy="213741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297679" y="160020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69164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老師選單</a:t>
            </a:r>
          </a:p>
        </p:txBody>
      </p:sp>
      <p:pic>
        <p:nvPicPr>
          <p:cNvPr id="16" name="Picture 15" descr="c02_console_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39" y="2625328"/>
            <a:ext cx="3520440" cy="275034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275319" y="1600200"/>
            <a:ext cx="3794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691640"/>
            <a:ext cx="3520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學生選單</a:t>
            </a:r>
          </a:p>
        </p:txBody>
      </p:sp>
      <p:pic>
        <p:nvPicPr>
          <p:cNvPr id="19" name="Picture 18" descr="c03_consol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9" y="2739008"/>
            <a:ext cx="3520440" cy="25229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6/16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階段二：Streamlit 老師前端操作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同一套 Flask API；畫面已裁掉側欄，放大首頁統計與學生列表。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5669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老師首頁 Dashboard</a:t>
            </a:r>
          </a:p>
        </p:txBody>
      </p:sp>
      <p:pic>
        <p:nvPicPr>
          <p:cNvPr id="13" name="Picture 12" descr="02_teach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79" y="1965960"/>
            <a:ext cx="4679442" cy="4069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72200" y="1554480"/>
            <a:ext cx="5669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學生列表</a:t>
            </a:r>
          </a:p>
        </p:txBody>
      </p:sp>
      <p:pic>
        <p:nvPicPr>
          <p:cNvPr id="16" name="Picture 15" descr="03_teacher_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49" y="1965960"/>
            <a:ext cx="5388781" cy="4069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7/16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Streamlit：任務／上傳／商店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97280"/>
            <a:ext cx="57607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52144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任務清單</a:t>
            </a:r>
          </a:p>
        </p:txBody>
      </p:sp>
      <p:pic>
        <p:nvPicPr>
          <p:cNvPr id="12" name="Picture 11" descr="04_teacher_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57" y="1417320"/>
            <a:ext cx="4536141" cy="2103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63640" y="1097280"/>
            <a:ext cx="57607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152144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上傳紀錄</a:t>
            </a:r>
          </a:p>
        </p:txBody>
      </p:sp>
      <p:pic>
        <p:nvPicPr>
          <p:cNvPr id="15" name="Picture 14" descr="05_teacher_uplo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831" y="1417320"/>
            <a:ext cx="3707194" cy="2103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20040" y="3794760"/>
            <a:ext cx="57607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849624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商品清單</a:t>
            </a:r>
          </a:p>
        </p:txBody>
      </p:sp>
      <p:pic>
        <p:nvPicPr>
          <p:cNvPr id="18" name="Picture 17" descr="06_teacher_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231" y="4114800"/>
            <a:ext cx="3707194" cy="2103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63640" y="3794760"/>
            <a:ext cx="57607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849624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待兌換商品</a:t>
            </a:r>
          </a:p>
        </p:txBody>
      </p:sp>
      <p:pic>
        <p:nvPicPr>
          <p:cNvPr id="21" name="Picture 20" descr="07_teacher_rede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831" y="4114800"/>
            <a:ext cx="3707194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8/16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關鍵轉折：操作頁面溫度不足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669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stud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97212"/>
            <a:ext cx="5394960" cy="3629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155448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左圖是早期 Streamlit 學生頁：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功能齊全，但偏工具感。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若學生不想開，上傳就變少；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上傳變少，老師又追不到練習。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下一步：做學生專用溫暖 UI，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讓遊戲化真的被使用。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9/16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階段三：學生專用 UI（主頁地圖）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地圖式主頁：琴房、任務、商店、寵物、教室（裁切外框雜訊，放大地圖本體）。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08760"/>
            <a:ext cx="10515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tml_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91" y="1645920"/>
            <a:ext cx="6877138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10/16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學生 UI 實際操作畫面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" y="1143000"/>
            <a:ext cx="28803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23444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琴房｜上傳</a:t>
            </a:r>
          </a:p>
        </p:txBody>
      </p:sp>
      <p:pic>
        <p:nvPicPr>
          <p:cNvPr id="12" name="Picture 11" descr="html_03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445639"/>
            <a:ext cx="2697480" cy="265252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55263" y="1143000"/>
            <a:ext cx="28803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3" y="123444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任務欄</a:t>
            </a:r>
          </a:p>
        </p:txBody>
      </p:sp>
      <p:pic>
        <p:nvPicPr>
          <p:cNvPr id="15" name="Picture 14" descr="html_04_qu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3" y="2715387"/>
            <a:ext cx="2697480" cy="211302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54496" y="1143000"/>
            <a:ext cx="28803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23444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寵物</a:t>
            </a:r>
          </a:p>
        </p:txBody>
      </p:sp>
      <p:pic>
        <p:nvPicPr>
          <p:cNvPr id="18" name="Picture 17" descr="html_05_p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573020"/>
            <a:ext cx="2697480" cy="23977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53728" y="1143000"/>
            <a:ext cx="28803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23444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5A52"/>
                </a:solidFill>
                <a:latin typeface="Microsoft JhengHei"/>
              </a:rPr>
              <a:t>商店</a:t>
            </a:r>
          </a:p>
        </p:txBody>
      </p:sp>
      <p:pic>
        <p:nvPicPr>
          <p:cNvPr id="21" name="Picture 20" descr="html_06_sh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2513076"/>
            <a:ext cx="2697480" cy="25176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11/16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學生 UI：教室看板（兩廳院節目）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重點裁切看板區：近一個月音樂節目海報＋資訊自動輪播。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08760"/>
            <a:ext cx="105156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tml_07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939" y="1645920"/>
            <a:ext cx="6937641" cy="4480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12/16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目前架構：一套邏輯，兩套介面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學生 HTML／JS  ──┐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                  ├──→  Flask API  ──→  MySQL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老師 Streamlit ──┘         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                            └── services（業務邏輯）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Console 時期長出的服務層，成為 API 的基礎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老師端偏管理效率；學生端偏使用溫度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• 兩邊共用登入、任務、上傳、獎勵等規則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13/16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重要功能邏輯（精簡）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4864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練習上傳 → 任務進度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1. 學生上傳練習錄音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2. 寫入 practice_upload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3. 依任務條件更新 student_quest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4. 達標後完成任務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5. 發 XP／金幣（避免重複發獎）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6. 依累積 XP 更新寵物階段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5A52"/>
                </a:solidFill>
                <a:latin typeface="Microsoft JhengHei"/>
              </a:rPr>
              <a:t>其他關鍵能力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老師建立／指派任務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商店購買與兌換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Dashboard 掌握整體狀態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• 教室看板：兩廳院音樂節目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原則：先保證規則正確，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74151"/>
                </a:solidFill>
                <a:latin typeface="Microsoft JhengHei"/>
              </a:rPr>
              <a:t>再用介面提高使用率。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14/16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目前進度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已完成：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• Console 核心流程與資料庫規則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• Flask API（登入、任務、上傳、商店、寵物、Dashboard、教室看板）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• Streamlit 老師端操作介面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• 學生 HTML UI（主頁、琴房、任務、商店、寵物、設定、教室）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持續優化：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74151"/>
                </a:solidFill>
                <a:latin typeface="Microsoft JhengHei"/>
              </a:rPr>
              <a:t>• 背包完整頁、更多任務條件、使用體驗細節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15/16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71655" y="0"/>
            <a:ext cx="320040" cy="25603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51615" y="0"/>
            <a:ext cx="320040" cy="256032"/>
          </a:xfrm>
          <a:prstGeom prst="rect">
            <a:avLst/>
          </a:prstGeom>
          <a:solidFill>
            <a:srgbClr val="FF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1575" y="0"/>
            <a:ext cx="320040" cy="256032"/>
          </a:xfrm>
          <a:prstGeom prst="rect">
            <a:avLst/>
          </a:prstGeom>
          <a:solidFill>
            <a:srgbClr val="FF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1535" y="0"/>
            <a:ext cx="3200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Microsoft JhengHei"/>
              </a:rPr>
              <a:t>結語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41832"/>
            <a:ext cx="1097280" cy="73152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NoteAdventure 不是先做畫面，而是：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痛點 → 遊戲化解方 → 邏輯驗證（Console）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→ 管理介面（Streamlit）→ 學生溫度 UI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希望最後同時做到：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老師追得到練習，學生也願意持續上傳練琴。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74151"/>
                </a:solidFill>
                <a:latin typeface="Microsoft JhengHei"/>
              </a:rPr>
              <a:t>謝謝聆聽，歡迎提問。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JhengHei"/>
              </a:rPr>
              <a:t>NoteAdventure ｜ 期中專題報告 ｜ 16/16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88775" y="6446520"/>
            <a:ext cx="201168" cy="201168"/>
          </a:xfrm>
          <a:prstGeom prst="rect">
            <a:avLst/>
          </a:prstGeom>
          <a:solidFill>
            <a:srgbClr val="FF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