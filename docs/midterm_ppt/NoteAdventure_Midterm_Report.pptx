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502920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502920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02920"/>
            <a:ext cx="256032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502920"/>
            <a:ext cx="256032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502920"/>
            <a:ext cx="256032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25880" y="502920"/>
            <a:ext cx="256032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502920"/>
            <a:ext cx="256032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502920"/>
            <a:ext cx="256032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502920"/>
            <a:ext cx="256032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502920"/>
            <a:ext cx="256032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11680" y="1645920"/>
            <a:ext cx="81381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011680"/>
            <a:ext cx="7589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1F2937"/>
                </a:solidFill>
                <a:latin typeface="Microsoft JhengHei"/>
              </a:rPr>
              <a:t>NoteAdventure</a:t>
            </a:r>
          </a:p>
          <a:p>
            <a:pPr algn="ctr"/>
            <a:r>
              <a:rPr sz="2400" b="0">
                <a:solidFill>
                  <a:srgbClr val="374151"/>
                </a:solidFill>
                <a:latin typeface="Microsoft JhengHei"/>
              </a:rPr>
              <a:t>音樂練習 RPG 管理系統</a:t>
            </a:r>
          </a:p>
          <a:p>
            <a:pPr algn="ctr"/>
            <a:r>
              <a:rPr sz="1600" b="0">
                <a:solidFill>
                  <a:srgbClr val="FF5A52"/>
                </a:solidFill>
                <a:latin typeface="Microsoft JhengHei"/>
              </a:rPr>
              <a:t>期中專題報告 ｜ 約 10–15 分鐘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Microsoft JhengHei"/>
              </a:rPr>
              <a:t>Streamlit → Flask API → 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1/15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報告大綱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1. 為什麼做這個系統？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2. 專案目標與使用者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3. 技術架構（前端／API／資料庫）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4. 核心流程：任務 → 練習 → 獎勵 → 成長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5. 實際操作演示（老師端／學生端截圖）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6. 目前完成進度與下一步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7. 結語與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2/15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為什麼需要 NoteAdventure？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3474720" cy="16459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5A52"/>
                </a:solidFill>
                <a:latin typeface="Microsoft JhengHei"/>
              </a:rPr>
              <a:t>問題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一對一音樂老師難掌握學生練習狀況，學生也容易中斷練習。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37160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371600"/>
            <a:ext cx="3474720" cy="16459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7373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5A52"/>
                </a:solidFill>
                <a:latin typeface="Microsoft JhengHei"/>
              </a:rPr>
              <a:t>解法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把練習變成可追蹤的任務，完成後給 XP、金幣與寵物成長。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8" y="137160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8" y="1371600"/>
            <a:ext cx="3474720" cy="16459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17373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5A52"/>
                </a:solidFill>
                <a:latin typeface="Microsoft JhengHei"/>
              </a:rPr>
              <a:t>價值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老師管理更輕鬆；學生有明確目標與回饋，提升持續練習意願。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3/15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專案目標與角色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459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5A52"/>
                </a:solidFill>
                <a:latin typeface="Microsoft JhengHei"/>
              </a:rPr>
              <a:t>老師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註冊／登入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建立學生、重設密碼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建立與指派任務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查看上傳紀錄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管理商店與兌換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首頁儀表板總覽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5A52"/>
                </a:solidFill>
                <a:latin typeface="Microsoft JhengHei"/>
              </a:rPr>
              <a:t>學生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登入與首次強制改密碼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查看任務與進度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上傳練習錄音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獲得 XP／金幣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寵物成長</a:t>
            </a:r>
          </a:p>
          <a:p>
            <a:r>
              <a:rPr sz="1600" b="0">
                <a:solidFill>
                  <a:srgbClr val="374151"/>
                </a:solidFill>
                <a:latin typeface="Microsoft JhengHei"/>
              </a:rPr>
              <a:t>• 商店購買與我的背包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4/15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技術架構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3291840" cy="64008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Streamlit 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432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74151"/>
                </a:solidFill>
                <a:latin typeface="Microsoft JhengHei"/>
              </a:rPr>
              <a:t>登入、操作介面
HTTP + session cookie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9080" y="3200400"/>
            <a:ext cx="320040" cy="320040"/>
          </a:xfrm>
          <a:prstGeom prst="rightArrow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3291840" cy="64008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9659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Flask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432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74151"/>
                </a:solidFill>
                <a:latin typeface="Microsoft JhengHei"/>
              </a:rPr>
              <a:t>驗證、參數檢查
呼叫 services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26680" y="3200400"/>
            <a:ext cx="320040" cy="320040"/>
          </a:xfrm>
          <a:prstGeom prst="rightArrow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3291840" cy="64008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9659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Services + 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432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74151"/>
                </a:solidFill>
                <a:latin typeface="Microsoft JhengHei"/>
              </a:rPr>
              <a:t>商業邏輯
music_rpg_v2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5/15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核心資料流程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783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514600"/>
            <a:ext cx="502920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78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建立學生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2286000"/>
            <a:ext cx="1783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2514600"/>
            <a:ext cx="502920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578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004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建立／指派任務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286000"/>
            <a:ext cx="1783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2514600"/>
            <a:ext cx="502920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578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004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上傳練習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286000"/>
            <a:ext cx="1783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514600"/>
            <a:ext cx="502920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578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004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更新進度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286000"/>
            <a:ext cx="1783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0" y="2514600"/>
            <a:ext cx="502920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578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發放獎勵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2286000"/>
            <a:ext cx="1783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98480" y="2514600"/>
            <a:ext cx="502920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257860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320040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寵物成長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548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技術重點：獎勵發放使用 transaction，避免重複發獎；購買扣款與庫存同步處理。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6/15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登入與老師註冊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7498079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2237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123444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5A52"/>
                </a:solidFill>
                <a:latin typeface="Microsoft JhengHei"/>
              </a:rPr>
              <a:t>重點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老師／學生分頁登入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支援老師註冊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前端透過 Flask API 驗證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7/15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老師首頁儀表板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7498079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teache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2237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123444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5A52"/>
                </a:solidFill>
                <a:latin typeface="Microsoft JhengHei"/>
              </a:rPr>
              <a:t>重點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學生數、任務、上傳統計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進行中任務一覽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登入後預設進入首頁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8/15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學生管理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7498079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teacher_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2237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123444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5A52"/>
                </a:solidFill>
                <a:latin typeface="Microsoft JhengHei"/>
              </a:rPr>
              <a:t>重點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查看學生 XP／金幣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可建立學生與重設密碼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帳號由系統自動產生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9/15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任務清單與指派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7498079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teacher_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2237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123444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5A52"/>
                </a:solidFill>
                <a:latin typeface="Microsoft JhengHei"/>
              </a:rPr>
              <a:t>重點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建立每日／每週／隱藏任務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指派後有期限與進度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完成後自動發獎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10/15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練習上傳與商品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7498079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teacher_up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2237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123444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5A52"/>
                </a:solidFill>
                <a:latin typeface="Microsoft JhengHei"/>
              </a:rPr>
              <a:t>重點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老師查看學生上傳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商店建立／待兌換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售完自動下架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11/15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學生首頁與寵物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7498079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stud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2237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123444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5A52"/>
                </a:solidFill>
                <a:latin typeface="Microsoft JhengHei"/>
              </a:rPr>
              <a:t>重點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XP／金幣／任務摘要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寵物階段與進度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最近上傳與購買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12/15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商店與我的背包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7498079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_student_back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223760" cy="4617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123444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5A52"/>
                </a:solidFill>
                <a:latin typeface="Microsoft JhengHei"/>
              </a:rPr>
              <a:t>重點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商店購買虛擬／實體商品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背包顯示名稱與說明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• 5×6 方格背包介面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13/15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Microsoft JhengHei"/>
              </a:rPr>
              <a:t>目前完成進度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78408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已完成：帳號、任務、上傳、進度獎勵、寵物、商店／兌換、Dashboard、我的背包、老師註冊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架構：Console + Flask API + Streamlit 三層可共用 services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進行中：期中展示流程完整演練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可選下一步：任務／商品進階管理、更多任務條件、自動化測試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14/15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502920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502920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502920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1645920"/>
            <a:ext cx="85039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0116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2937"/>
                </a:solidFill>
                <a:latin typeface="Microsoft JhengHei"/>
              </a:rPr>
              <a:t>謝謝聆聽</a:t>
            </a:r>
          </a:p>
          <a:p>
            <a:pPr algn="ctr"/>
            <a:r>
              <a:rPr sz="2000" b="0">
                <a:solidFill>
                  <a:srgbClr val="FF5A52"/>
                </a:solidFill>
                <a:latin typeface="Microsoft JhengHei"/>
              </a:rPr>
              <a:t>NoteAdventure ｜ 把練習變成冒險</a:t>
            </a:r>
          </a:p>
          <a:p>
            <a:pPr algn="ctr"/>
            <a:r>
              <a:rPr sz="2400" b="1">
                <a:solidFill>
                  <a:srgbClr val="374151"/>
                </a:solidFill>
                <a:latin typeface="Microsoft JhengHei"/>
              </a:rPr>
              <a:t>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15/15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